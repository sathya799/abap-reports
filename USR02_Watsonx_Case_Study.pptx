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B735C7-14BF-0DD6-1E7D-5A1E87AB9961}" v="1" dt="2026-08-06T15:31:42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4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5F3C-2523-4849-9B4A-6181E20F9A56}" type="datetimeFigureOut"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123E8-50B1-46A8-B0EE-45CBA64DE66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0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SAP USR02 User Analysis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3366"/>
                </a:solidFill>
              </a:rPr>
              <a:t>AI-Assisted ABAP Development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Case Study using Watsonx.ai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</a:rPr>
              <a:t>Business Requirement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Obtain list of users with validity dates
Track failed logon attempts
Capture last logon date and time
Focus on active users from SAP table USR02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</a:rPr>
              <a:t>AI-Based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Watsonx.ai (llama-3-3-70b-instruct) was used to generate and enhance ABAP code.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Generated object-oriented ABAP codeResolved syntax errorsAdded user group and additional fieldsCreated interactive report with SU01 navigation on double-click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</a:rPr>
              <a:t>Benefits &amp; Productivity Gains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Reduced manual development effortEstimated development time reduced from 5-6 hours to 30-40 minutesImproved requirement understanding and stakeholder communicationSupported timely project execution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</a:rPr>
              <a:t>Implementation and Governance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AI-generated solution refined and executed in SAP ABAP </a:t>
            </a:r>
            <a:r>
              <a:rPr lang="en-US" sz="1600" dirty="0" err="1">
                <a:solidFill>
                  <a:srgbClr val="000000"/>
                </a:solidFill>
              </a:rPr>
              <a:t>editorTechnical</a:t>
            </a:r>
            <a:r>
              <a:rPr lang="en-US" sz="1600" dirty="0">
                <a:solidFill>
                  <a:srgbClr val="000000"/>
                </a:solidFill>
              </a:rPr>
              <a:t> specifications prepared using IBM Consulting </a:t>
            </a:r>
            <a:r>
              <a:rPr lang="en-US" sz="1600" dirty="0" err="1">
                <a:solidFill>
                  <a:srgbClr val="000000"/>
                </a:solidFill>
              </a:rPr>
              <a:t>AdvantageAll</a:t>
            </a:r>
            <a:r>
              <a:rPr lang="en-US" sz="1600" dirty="0">
                <a:solidFill>
                  <a:srgbClr val="000000"/>
                </a:solidFill>
              </a:rPr>
              <a:t> AI-generated outputs reviewed before </a:t>
            </a:r>
            <a:r>
              <a:rPr lang="en-US" sz="1600" dirty="0" err="1">
                <a:solidFill>
                  <a:srgbClr val="000000"/>
                </a:solidFill>
              </a:rPr>
              <a:t>useRisks</a:t>
            </a:r>
            <a:r>
              <a:rPr lang="en-US" sz="1600" dirty="0">
                <a:solidFill>
                  <a:srgbClr val="000000"/>
                </a:solidFill>
              </a:rPr>
              <a:t> addressed: incorrect responses, bias, and data privacy </a:t>
            </a:r>
            <a:r>
              <a:rPr lang="en-US" sz="1600" dirty="0" err="1">
                <a:solidFill>
                  <a:srgbClr val="000000"/>
                </a:solidFill>
              </a:rPr>
              <a:t>concernsHuman</a:t>
            </a:r>
            <a:r>
              <a:rPr lang="en-US" sz="1600" dirty="0">
                <a:solidFill>
                  <a:srgbClr val="000000"/>
                </a:solidFill>
              </a:rPr>
              <a:t> judgment applied throughout</a:t>
            </a:r>
          </a:p>
          <a:p>
            <a:pPr marL="228600" indent="-228600">
              <a:buSzPct val="100000"/>
              <a:buChar char="•"/>
            </a:pPr>
            <a:endParaRPr lang="en-US" sz="1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Widescreen</PresentationFormat>
  <Paragraphs>17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USR02 User Report Automation</dc:subject>
  <dc:creator>N Sathya .</dc:creator>
  <cp:lastModifiedBy>N,Sathya,IN-Kolkata</cp:lastModifiedBy>
  <cp:revision>4</cp:revision>
  <dcterms:created xsi:type="dcterms:W3CDTF">2026-08-06T15:25:51Z</dcterms:created>
  <dcterms:modified xsi:type="dcterms:W3CDTF">2026-08-06T15:37:09Z</dcterms:modified>
</cp:coreProperties>
</file>